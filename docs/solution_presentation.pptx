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Platform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Document Extraction, Validation &amp; API Platform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Internship — Technical Case Study Submission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teams receive invoices &amp; statements as native/scanned PDF, JPG or PNG in inconsistent layouts — manual extraction is slow and error-prone.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deploy a reusable Document Intelligence service that extracts all available fields, validates key financial relationships, and exposes results via a dashboard and REST API.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92240" y="173736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in scope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Invoices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Balance Sheets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Profit &amp; Loss Statements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Cash Flow Statements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Validate → OCR → AI Extraction → Financial Validation → Store → Dashboard/API</a:t>
            </a:r>
            <a:endParaRPr lang="en-US" sz="1400" dirty="0"/>
          </a:p>
        </p:txBody>
      </p:sp>
      <p:pic>
        <p:nvPicPr>
          <p:cNvPr id="4" name="Image 0" descr="/home/claude/project-root/doc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600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framework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0574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05740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Async, auto Swagger/OpenAPI docs, Pydantic validation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7919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67919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 + vanilla JS (Jinja2)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679192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deployable service, meets brief's frontend requirement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009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PDF text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30098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PyMuPDF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300984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accurate embedded-text extraction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92277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92277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(pytesseract)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922776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offline, no API key needed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445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54456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(structured JSON)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544568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Generous free tier, native JSON mode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1663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516636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(Postgres-ready)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516636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Zero-setup persistence, swappable via DATABASE_URL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881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578815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on Render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5788152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image; free tier; Tesseract baked in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Swagger/OpenAPI docs available at /docs on the deployed environment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/api/v1/documents/process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828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process a PDF/JPG/PNG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697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/api/v1/documents/{document_name}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697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structured result by document name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66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processed documents (dashboard feed)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434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434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/api/v1/health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434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&amp; Financial Validation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meaningful fields extracted, not a fixed list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→ null, never invented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source_text + page_number per field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Formula, inputs, calculated vs reported value, variance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FAIL / NOT_APPLICABLE — never assumes missing fields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Tolerance: max(abs 1.0, 1% of reported value)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126480" y="169164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0" y="196596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"invoice_total_check"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subtotal + tax − discount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calculated_value: 13125.00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reported_value: 13125.00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variance: 0.00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PASS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Deliverables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5303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document types processed end-to-end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Scanned/image-based document included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file &amp; missing-field scenarios included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pytest: file validation, financial calc, API flow (14 tests, all passing)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691640"/>
            <a:ext cx="5303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GitHub repo (backend, frontend, tests, docs)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frontend + API + Swagger URLs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(setup, architecture, API, limitations)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+ sample JSON outputs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 &amp; Production Roadmap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Multi-period statements validated as a single period, not per-year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type is user-selected, not auto-classified (per brief)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quality varies on low-resolution/skewed scans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production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processing queue instead of synchronous requests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Per-period structured extraction &amp; validation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Postgres + object storage + auth/rate-limiting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2026-09-10T22:35:49Z</dcterms:created>
  <dcterms:modified xsi:type="dcterms:W3CDTF">2026-09-10T22:35:49Z</dcterms:modified>
</cp:coreProperties>
</file>